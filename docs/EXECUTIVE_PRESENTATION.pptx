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\.rels>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/>
  <Relationship Id="rId2" Type="http://schemas.openxmlformats.org/package/2006/metadata/core-properties" Target="docProps/core.xml"/>
  <Relationship Id="rId3" Type="http://schemas.openxmlformats.org/officeDocument/2006/relationships/extended-properties" Target="docProps/app.xml"/>
</Relationships>
</file>

<file path=docProps\app.xml><?xml version="1.0" encoding="utf-8"?>
<Properties xmlns="http://schemas.openxmlformats.org/officeDocument/2006/extended-properties">
  <Application>Microsoft PowerPoint</Application>
  <Slides>14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EXECUTIVE_PRESENTATION</dc:title>
  <dc:creator>ExensioReload</dc:creator>
  <dcterms:created xsi:type="dcterms:W3CDTF">2026-05-22T02:54:15Z</dcterms:created>
  <dcterms:modified xsi:type="dcterms:W3CDTF">2026-05-22T02:54:15Z</dcterms:modified>
</cp:coreProperties>
</file>

<file path=ppt\_rels\presentation.xml.rels><?xml version="1.0" encoding="UTF-8" standalone="yes"?>
<Relationships xmlns="http://schemas.openxmlformats.org/package/2006/relationships">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
</Relationships>
</file>

<file path=ppt\presProps.xml><?xml version="1.0" encoding="utf-8"?>
<p:presProps xmlns:p="http://schemas.openxmlformats.org/presentationml/2006/main"/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9144000" cy="6858000" type="screen4x3"/>
  <p:notesSz cx="6858000" cy="9144000"/>
  <p:defaultTextStyle/>
</p:presentation>
</file>

<file path=ppt\slideLayouts\_rels\slideLayout1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/>
</Relationships>
</file>

<file path=ppt\slideLayouts\_rels\slideLayout2.xml.rels>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/>
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\slideLayouts\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/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\slideMasters\_rels\slideMaster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slideLayout" Target="../slideLayouts/slideLayout2.xml"/>
  <Relationship Id="rId3" Type="http://schemas.openxmlformats.org/officeDocument/2006/relationships/theme" Target="../theme/theme1.xml"/>
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</p:sldMaster>
</file>

<file path=ppt\slides\_rels\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_rels\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2.xml"/>
</Relationships>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ExensioReload - Executive Overview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Controlled, self-service resend of semiconductor test data across 20+ manufacturing sites</a:t>
            </a:r>
          </a:p>
          <a:p>
            <a:r>
              <a:rPr lang="en-US" dirty="0"/>
              <a:t>Audience: Engineering leadership, operations, IT</a:t>
            </a:r>
          </a:p>
          <a:p>
            <a:r>
              <a:rPr lang="en-US" dirty="0"/>
              <a:t>Version 1.0 - onsemi internal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The challenge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Test data gaps and late-arriving files force teams to re-push lot/wafer payloads into downstream systems.</a:t>
            </a:r>
          </a:p>
          <a:p>
            <a:pPr marL="342900" indent="-342900">
              <a:buChar char="â€¢"/>
            </a:pPr>
            <a:r>
              <a:rPr lang="en-US" dirty="0"/>
              <a:t>Today: manual SQL/scripts, opaque status, duplicate-send risk, slow site-specific playbooks.</a:t>
            </a:r>
          </a:p>
          <a:p>
            <a:pPr marL="342900" indent="-342900">
              <a:buChar char="â€¢"/>
            </a:pPr>
            <a:r>
              <a:rPr lang="en-US" dirty="0"/>
              <a:t>Cost: engineer time, delayed yield decisions, repeated fire drills.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The solution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ExensioReload standardizes discover, stage, dispatch, and monitor for test-data resends.</a:t>
            </a:r>
          </a:p>
          <a:p>
            <a:pPr marL="342900" indent="-342900">
              <a:buChar char="â€¢"/>
            </a:pPr>
            <a:r>
              <a:rPr lang="en-US" dirty="0"/>
              <a:t>One platform: search metadata, stage only what is needed, track every file to completion.</a:t>
            </a:r>
          </a:p>
          <a:p>
            <a:pPr marL="342900" indent="-342900">
              <a:buChar char="â€¢"/>
            </a:pPr>
            <a:r>
              <a:rPr lang="en-US" dirty="0"/>
              <a:t>Prove coverage by site, sender, lot, and end-time date range.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How it works - 3 steps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Configure: Pick environment, site, sender; filter by lot, wafer, date range, tester/data type.</a:t>
            </a:r>
          </a:p>
          <a:p>
            <a:pPr marL="342900" indent="-342900">
              <a:buChar char="â€¢"/>
            </a:pPr>
            <a:r>
              <a:rPr lang="en-US" dirty="0"/>
              <a:t>Preview: See matching files; warnings for already-staged duplicates.</a:t>
            </a:r>
          </a:p>
          <a:p>
            <a:pPr marL="342900" indent="-342900">
              <a:buChar char="â€¢"/>
            </a:pPr>
            <a:r>
              <a:rPr lang="en-US" dirty="0"/>
              <a:t>Monitor: Live status per file; session history, analytics, and export.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End-to-end data pipeline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NEW - staged from discovery</a:t>
            </a:r>
          </a:p>
          <a:p>
            <a:pPr marL="342900" indent="-342900">
              <a:buChar char="â€¢"/>
            </a:pPr>
            <a:r>
              <a:rPr lang="en-US" dirty="0"/>
              <a:t>ENRICHMENT - dispatched to sender queue; CP success when ES enabled</a:t>
            </a:r>
          </a:p>
          <a:p>
            <a:pPr marL="342900" indent="-342900">
              <a:buChar char="â€¢"/>
            </a:pPr>
            <a:r>
              <a:rPr lang="en-US" dirty="0"/>
              <a:t>EXENSIO_LOADING - Exensio confirms load (optional)</a:t>
            </a:r>
          </a:p>
          <a:p>
            <a:pPr marL="342900" indent="-342900">
              <a:buChar char="â€¢"/>
            </a:pPr>
            <a:r>
              <a:rPr lang="en-US" dirty="0"/>
              <a:t>DONE / FAILED / CANCELLED - background services poll; single UI status; email on session complete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Operational impact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Time to resolution: self-service resend in minutes, not multi-day script cycles.</a:t>
            </a:r>
          </a:p>
          <a:p>
            <a:pPr marL="342900" indent="-342900">
              <a:buChar char="â€¢"/>
            </a:pPr>
            <a:r>
              <a:rPr lang="en-US" dirty="0"/>
              <a:t>Coverage clarity: session end-time coverage shows exactly which dates were resent.</a:t>
            </a:r>
          </a:p>
          <a:p>
            <a:pPr marL="342900" indent="-342900">
              <a:buChar char="â€¢"/>
            </a:pPr>
            <a:r>
              <a:rPr lang="en-US" dirty="0"/>
              <a:t>Scale: one app for 20+ sites (PROD/QA), not 20 different playbooks.</a:t>
            </a:r>
          </a:p>
          <a:p>
            <a:pPr marL="342900" indent="-342900">
              <a:buChar char="â€¢"/>
            </a:pPr>
            <a:r>
              <a:rPr lang="en-US" dirty="0"/>
              <a:t>Governance: role-based access, audit logs, duplicate detection.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Risk reduction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Duplicate staging warnings before dispatch.</a:t>
            </a:r>
          </a:p>
          <a:p>
            <a:pPr marL="342900" indent="-342900">
              <a:buChar char="â€¢"/>
            </a:pPr>
            <a:r>
              <a:rPr lang="en-US" dirty="0"/>
              <a:t>Immutable staging ledger (SENDER_STAGE) with request IDs and timestamps.</a:t>
            </a:r>
          </a:p>
          <a:p>
            <a:pPr marL="342900" indent="-342900">
              <a:buChar char="â€¢"/>
            </a:pPr>
            <a:r>
              <a:rPr lang="en-US" dirty="0"/>
              <a:t>Controlled writes to external DBs (gated by configuration).</a:t>
            </a:r>
          </a:p>
          <a:p>
            <a:pPr marL="342900" indent="-342900">
              <a:buChar char="â€¢"/>
            </a:pPr>
            <a:r>
              <a:rPr lang="en-US" dirty="0"/>
              <a:t>Enterprise SSO (Microsoft Entra OIDC) with group-to-role mapping.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Visibility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Dashboard: staged / ready / in-flight / done / failed across sites (auto-refresh).</a:t>
            </a:r>
          </a:p>
          <a:p>
            <a:pPr marL="342900" indent="-342900">
              <a:buChar char="â€¢"/>
            </a:pPr>
            <a:r>
              <a:rPr lang="en-US" dirty="0"/>
              <a:t>My Sessions: drill-down, charts, CSV export, file-level end times.</a:t>
            </a:r>
          </a:p>
          <a:p>
            <a:pPr marL="342900" indent="-342900">
              <a:buChar char="â€¢"/>
            </a:pPr>
            <a:r>
              <a:rPr lang="en-US" dirty="0"/>
              <a:t>Coverage reporting: cross-session view by data end-time (day/week/month).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Technology at a glance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Frontend: Angular 21, standalone components - maintainable UX, real-time monitoring.</a:t>
            </a:r>
          </a:p>
          <a:p>
            <a:pPr marL="342900" indent="-342900">
              <a:buChar char="â€¢"/>
            </a:pPr>
            <a:r>
              <a:rPr lang="en-US" dirty="0"/>
              <a:t>Backend: Spring Boot 3, Java 21 - schedulers, security, standard stack.</a:t>
            </a:r>
          </a:p>
          <a:p>
            <a:pPr marL="342900" indent="-342900">
              <a:buChar char="â€¢"/>
            </a:pPr>
            <a:r>
              <a:rPr lang="en-US" dirty="0"/>
              <a:t>Data: Oracle RefDB + per-site Oracle pools - fits manufacturing data estate.</a:t>
            </a:r>
          </a:p>
          <a:p>
            <a:pPr marL="342900" indent="-342900">
              <a:buChar char="â€¢"/>
            </a:pPr>
            <a:r>
              <a:rPr lang="en-US" dirty="0"/>
              <a:t>Ops: Prometheus metrics, pool diagnostics, email alerts.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Who uses it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Test / yield engineer: resend missing CP or Exensio loads for lot/wafer/date window.</a:t>
            </a:r>
          </a:p>
          <a:p>
            <a:pPr marL="342900" indent="-342900">
              <a:buChar char="â€¢"/>
            </a:pPr>
            <a:r>
              <a:rPr lang="en-US" dirty="0"/>
              <a:t>Site operations: track open sessions and confirm completion.</a:t>
            </a:r>
          </a:p>
          <a:p>
            <a:pPr marL="342900" indent="-342900">
              <a:buChar char="â€¢"/>
            </a:pPr>
            <a:r>
              <a:rPr lang="en-US" dirty="0"/>
              <a:t>Platform / admin: user provisioning, SSO groups, environment configuration.</a:t>
            </a:r>
          </a:p>
          <a:p>
            <a:pPr marL="342900" indent="-342900">
              <a:buChar char="â€¢"/>
            </a:pPr>
            <a:r>
              <a:rPr lang="en-US" dirty="0"/>
              <a:t>Leadership: dashboard health and session outcomes.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Deployment &amp; security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Deployment: on-prem / internal enterprise (context path /exensioreload).</a:t>
            </a:r>
          </a:p>
          <a:p>
            <a:pPr marL="342900" indent="-342900">
              <a:buChar char="â€¢"/>
            </a:pPr>
            <a:r>
              <a:rPr lang="en-US" dirty="0"/>
              <a:t>Authentication: local JWT + optional Microsoft Entra SSO (7-day refresh cookie).</a:t>
            </a:r>
          </a:p>
          <a:p>
            <a:pPr marL="342900" indent="-342900">
              <a:buChar char="â€¢"/>
            </a:pPr>
            <a:r>
              <a:rPr lang="en-US" dirty="0"/>
              <a:t>Authorization: SUPER_ADMIN, ADMIN, USER with method-level security.</a:t>
            </a:r>
          </a:p>
          <a:p>
            <a:pPr marL="342900" indent="-342900">
              <a:buChar char="â€¢"/>
            </a:pPr>
            <a:r>
              <a:rPr lang="en-US" dirty="0"/>
              <a:t>Audit: user actions, IP, and user-agent on sensitive operations.</a:t>
            </a:r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Suggested rollout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Phase 1 - Pilot: 2-3 sites, wizard + monitoring; success = fewer manual scripts/tickets.</a:t>
            </a:r>
          </a:p>
          <a:p>
            <a:pPr marL="342900" indent="-342900">
              <a:buChar char="â€¢"/>
            </a:pPr>
            <a:r>
              <a:rPr lang="en-US" dirty="0"/>
              <a:t>Phase 2 - Expand: remaining sites, dbconnections.yml, Entra role mapping.</a:t>
            </a:r>
          </a:p>
          <a:p>
            <a:pPr marL="342900" indent="-342900">
              <a:buChar char="â€¢"/>
            </a:pPr>
            <a:r>
              <a:rPr lang="en-US" dirty="0"/>
              <a:t>Phase 3 - Optimize: coverage analytics and dashboard KPIs; fewer duplicate resends, faster MTTR.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Bottom line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ExensioReload turns test-data resend from a tribal, site-by-site exercise into a governed, observable factory capability.</a:t>
            </a:r>
          </a:p>
          <a:p>
            <a:r>
              <a:rPr lang="en-US" dirty="0"/>
              <a:t>Audit, roles, real-time status, and clear date coverage - production-grade rigor.</a:t>
            </a:r>
          </a:p>
          <a:p>
            <a:r>
              <a:rPr lang="en-US" dirty="0"/>
              <a:t>Ask: Sponsor site onboarding, Entra group mapping, and operational ownership.</a:t>
            </a:r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Appendix - One-page cheat sheet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marL="342900" indent="-342900">
              <a:buChar char="â€¢"/>
            </a:pPr>
            <a:r>
              <a:rPr lang="en-US" dirty="0"/>
              <a:t>PROBLEM: Manual resends, duplicates, no coverage view</a:t>
            </a:r>
          </a:p>
          <a:p>
            <a:pPr marL="342900" indent="-342900">
              <a:buChar char="â€¢"/>
            </a:pPr>
            <a:r>
              <a:rPr lang="en-US" dirty="0"/>
              <a:t>SOLUTION: 3-step wizard + staging ledger + live monitoring</a:t>
            </a:r>
          </a:p>
          <a:p>
            <a:pPr marL="342900" indent="-342900">
              <a:buChar char="â€¢"/>
            </a:pPr>
            <a:r>
              <a:rPr lang="en-US" dirty="0"/>
              <a:t>USERS: Engineers, ops, admins</a:t>
            </a:r>
          </a:p>
          <a:p>
            <a:pPr marL="342900" indent="-342900">
              <a:buChar char="â€¢"/>
            </a:pPr>
            <a:r>
              <a:rPr lang="en-US" dirty="0"/>
              <a:t>INTEGRATIONS: Site Oracle, sender queues, CP/ES, Exensio (opt.)</a:t>
            </a:r>
          </a:p>
          <a:p>
            <a:pPr marL="342900" indent="-342900">
              <a:buChar char="â€¢"/>
            </a:pPr>
            <a:r>
              <a:rPr lang="en-US" dirty="0"/>
              <a:t>SECURITY: Entra SSO, RBAC, audit trail</a:t>
            </a:r>
          </a:p>
          <a:p>
            <a:pPr marL="342900" indent="-342900">
              <a:buChar char="â€¢"/>
            </a:pPr>
            <a:r>
              <a:rPr lang="en-US" dirty="0"/>
              <a:t>WIN: Faster MTTR, fewer duplicates, provable coverage</a:t>
            </a:r>
          </a:p>
          <a:p>
            <a:pPr marL="342900" indent="-342900">
              <a:buChar char="â€¢"/>
            </a:pPr>
            <a:r>
              <a:rPr lang="en-US" dirty="0"/>
              <a:t>Docs: EXENSIORELOAD.md, INTEGRATION_ES_EXENSIO.md, ETL_SSH_TRIGGER.md, SSO_ONBOARDING_DETAILS.md</a:t>
            </a:r>
          </a:p>
        </p:txBody>
      </p:sp>
    </p:spTree>
  </p:cSld>
  <p:clrMapOvr>
    <a:masterClrMapping/>
  </p:clrMapOvr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\viewProps.xml><?xml version="1.0" encoding="utf-8"?>
<p:viewPr xmlns:p="http://schemas.openxmlformats.org/presentationml/2006/main">
  <p:normalViewPr>
    <p:restoredLeft sz="15620"/>
    <p:restoredTop sz="94660"/>
  </p:normalViewPr>
  <p:slideViewPr/>
</p:viewPr>
</file>